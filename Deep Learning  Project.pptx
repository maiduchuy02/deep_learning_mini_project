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1"/>
  </p:sldMasterIdLst>
  <p:notesMasterIdLst>
    <p:notesMasterId r:id="rId10"/>
  </p:notesMasterIdLst>
  <p:handoutMasterIdLst>
    <p:handoutMasterId r:id="rId11"/>
  </p:handoutMasterIdLst>
  <p:sldIdLst>
    <p:sldId id="275" r:id="rId2"/>
    <p:sldId id="257" r:id="rId3"/>
    <p:sldId id="276" r:id="rId4"/>
    <p:sldId id="265" r:id="rId5"/>
    <p:sldId id="277" r:id="rId6"/>
    <p:sldId id="288" r:id="rId7"/>
    <p:sldId id="261" r:id="rId8"/>
    <p:sldId id="26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2680" autoAdjust="0"/>
  </p:normalViewPr>
  <p:slideViewPr>
    <p:cSldViewPr snapToGrid="0">
      <p:cViewPr varScale="1">
        <p:scale>
          <a:sx n="76" d="100"/>
          <a:sy n="76" d="100"/>
        </p:scale>
        <p:origin x="167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4C119AC7-C250-4560-8CA1-E97329862169}" type="datetime1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6F25462-A3E4-2D1D-B240-799C5823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D3EEC61A-E62A-4FFF-BF53-C42B635D92AC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3F69EC-06C6-DF8A-8F0A-4856AD22F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77D307-FB57-1B47-B266-7A59ED42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6F34C5-03C1-4AF0-80C8-0159CC7CB56A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DFAD97-BBBE-4CB9-ABE4-64F24576935E}" type="datetime1">
              <a:rPr lang="en-US" smtClean="0"/>
              <a:t>12/31/2025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51523" y="648500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0B1F879A-B463-4C93-A679-425033C234B0}" type="datetime1">
              <a:rPr lang="en-US" smtClean="0"/>
              <a:t>12/31/2025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C7B0CEFD-61C8-4F98-BCA7-E5B0A19CD8A0}" type="datetime1">
              <a:rPr lang="en-US" smtClean="0"/>
              <a:t>12/31/2025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CF29FEB-6415-427E-ADF0-89216D7ABD54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701B054B-EB9D-4CAE-9276-078B2B7D62C4}" type="datetime1">
              <a:rPr lang="en-US" smtClean="0"/>
              <a:t>12/31/2025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A7532041-5131-480F-8A8B-E38141A26224}" type="datetime1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899030E-89BF-4FDE-9BE6-11697BDEA136}" type="datetime1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Slide </a:t>
            </a:r>
            <a:fld id="{9EA0BE3B-158A-4EDF-80DC-E394A0D1600F}" type="slidenum">
              <a:rPr lang="en-US" smtClean="0"/>
              <a:pPr/>
              <a:t>‹#›</a:t>
            </a:fld>
            <a:r>
              <a:rPr lang="en-US" dirty="0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  <p:sldLayoutId id="2147483675" r:id="rId5"/>
    <p:sldLayoutId id="2147483683" r:id="rId6"/>
    <p:sldLayoutId id="2147483676" r:id="rId7"/>
    <p:sldLayoutId id="2147483679" r:id="rId8"/>
    <p:sldLayoutId id="2147483680" r:id="rId9"/>
    <p:sldLayoutId id="2147483681" r:id="rId10"/>
    <p:sldLayoutId id="2147483682" r:id="rId11"/>
    <p:sldLayoutId id="2147483678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Deep Learning Project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1" y="3567622"/>
            <a:ext cx="7541285" cy="12010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400" b="0" dirty="0"/>
              <a:t>Sinh </a:t>
            </a:r>
            <a:r>
              <a:rPr lang="en-US" sz="2400" b="0" dirty="0" err="1"/>
              <a:t>viên</a:t>
            </a:r>
            <a:r>
              <a:rPr lang="en-US" sz="2400" b="0" dirty="0"/>
              <a:t>  </a:t>
            </a:r>
            <a:r>
              <a:rPr lang="en-US" sz="2400" b="0" dirty="0" err="1"/>
              <a:t>thực</a:t>
            </a:r>
            <a:r>
              <a:rPr lang="en-US" sz="2400" b="0" dirty="0"/>
              <a:t> </a:t>
            </a:r>
            <a:r>
              <a:rPr lang="en-US" sz="2400" b="0" dirty="0" err="1"/>
              <a:t>hiện</a:t>
            </a:r>
            <a:r>
              <a:rPr lang="en-US" sz="2400" b="0" dirty="0"/>
              <a:t>:	 Mai </a:t>
            </a:r>
            <a:r>
              <a:rPr lang="en-US" sz="2400" b="0" dirty="0" err="1"/>
              <a:t>Đức</a:t>
            </a:r>
            <a:r>
              <a:rPr lang="en-US" sz="2400" b="0" dirty="0"/>
              <a:t> Huy - 20240422E</a:t>
            </a:r>
          </a:p>
          <a:p>
            <a:r>
              <a:rPr lang="en-US" sz="2400" b="0" dirty="0" err="1"/>
              <a:t>Giảng</a:t>
            </a:r>
            <a:r>
              <a:rPr lang="en-US" sz="2400" b="0" dirty="0"/>
              <a:t> </a:t>
            </a:r>
            <a:r>
              <a:rPr lang="en-US" sz="2400" b="0" dirty="0" err="1"/>
              <a:t>viên</a:t>
            </a:r>
            <a:r>
              <a:rPr lang="en-US" sz="2400" b="0" dirty="0"/>
              <a:t> </a:t>
            </a:r>
            <a:r>
              <a:rPr lang="en-US" sz="2400" b="0" dirty="0" err="1"/>
              <a:t>hướng</a:t>
            </a:r>
            <a:r>
              <a:rPr lang="en-US" sz="2400" b="0" dirty="0"/>
              <a:t> </a:t>
            </a:r>
            <a:r>
              <a:rPr lang="en-US" sz="2400" b="0" dirty="0" err="1"/>
              <a:t>dẫn</a:t>
            </a:r>
            <a:r>
              <a:rPr lang="en-US" sz="2400" b="0" dirty="0"/>
              <a:t>: PGS. TS. </a:t>
            </a:r>
            <a:r>
              <a:rPr lang="en-US" sz="2400" b="0" dirty="0" err="1"/>
              <a:t>Nguyễn</a:t>
            </a:r>
            <a:r>
              <a:rPr lang="en-US" sz="2400" b="0" dirty="0"/>
              <a:t> Hoài Nam</a:t>
            </a:r>
          </a:p>
          <a:p>
            <a:endParaRPr lang="en-US" sz="24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290D85-766A-0EDA-2CA5-5A6C7C58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vi-V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DB11DA-8597-A448-EDD3-431C0642C8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Chapter 1: The Dataset</a:t>
            </a:r>
          </a:p>
          <a:p>
            <a:r>
              <a:rPr lang="en-US" dirty="0"/>
              <a:t>Chapter 2: The Architecture</a:t>
            </a:r>
          </a:p>
          <a:p>
            <a:r>
              <a:rPr lang="en-US" dirty="0"/>
              <a:t>Chapter 3: Result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325122-1F95-05D3-92B2-CA89F53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3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18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1B51DC1-45C5-8205-4985-72FB253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 Dataset</a:t>
            </a:r>
            <a:endParaRPr lang="vi-V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C15487A-3CA3-1C9C-4DFA-498B25B13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7"/>
            <a:ext cx="8689833" cy="19013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gốc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Load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7:3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Augmentation</a:t>
            </a:r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E2329D-0745-6F2C-45FB-B66B7F985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635233"/>
            <a:ext cx="4337050" cy="13241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6DB5AC-0973-F9D4-FFDD-41EEA9FC8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03" y="3959393"/>
            <a:ext cx="4305497" cy="2100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D395B1-DB91-7874-75FB-C75C7594D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557" y="2635232"/>
            <a:ext cx="4540447" cy="342451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7F18E43-2428-8613-6650-C10A438C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EBAD5-B292-4CFC-8A55-E0B4481C830E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ABB303F-508C-8150-177C-459DEEDF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4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1B51DC1-45C5-8205-4985-72FB253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 Architecture</a:t>
            </a:r>
            <a:endParaRPr lang="vi-VN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C15487A-3CA3-1C9C-4DFA-498B25B136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Transfer Learning MobileNet_V2</a:t>
            </a:r>
          </a:p>
          <a:p>
            <a:pPr marL="0" indent="0">
              <a:buNone/>
            </a:pPr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A3FA77-0432-4B36-54DB-A351D12EB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21" y="1509444"/>
            <a:ext cx="6496957" cy="383911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9E861-60C3-C159-2151-A7348150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05D25-2F7F-4711-AFF5-27CF27E23035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8A752-D03D-5B31-C979-1A26FE6DB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5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23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1B51DC1-45C5-8205-4985-72FB253D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 Architecture</a:t>
            </a:r>
            <a:endParaRPr lang="vi-V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241342-A86A-0F5F-1CA0-333F6BE90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69397" y="1227239"/>
            <a:ext cx="3805205" cy="539061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mạng</a:t>
            </a:r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7FC8ED-6948-5444-9007-CD571C6F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810" y="2160396"/>
            <a:ext cx="4420380" cy="2537208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6A6825-26A0-4910-B5AD-40F95D3E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B1C8B-CA8E-4870-828F-EFD065C1CE88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D35BEE-DD8D-EACF-31CC-73C7EE51D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6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99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BFC0601-B42E-2D6E-75E9-84214B901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Result</a:t>
            </a:r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D962D5-2B2C-AB21-065F-D299D91A5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24" y="1068597"/>
            <a:ext cx="7912151" cy="4948432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65E937-4765-3CB1-A1A2-F78951D0C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0A62-EC80-4CEE-A731-C62719BAF9CB}" type="datetime1">
              <a:rPr lang="en-US" smtClean="0"/>
              <a:t>12/31/2025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06DD94-480F-EACE-E947-73777217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7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CF902-0E3D-2CBC-4638-523D6890A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Slide </a:t>
            </a:r>
            <a:fld id="{9EA0BE3B-158A-4EDF-80DC-E394A0D1600F}" type="slidenum">
              <a:rPr lang="en-US" smtClean="0"/>
              <a:pPr/>
              <a:t>8</a:t>
            </a:fld>
            <a:r>
              <a:rPr lang="en-US"/>
              <a:t> of 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572</TotalTime>
  <Words>113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Lato</vt:lpstr>
      <vt:lpstr>Wingdings</vt:lpstr>
      <vt:lpstr>Office Theme</vt:lpstr>
      <vt:lpstr>PowerPoint Presentation</vt:lpstr>
      <vt:lpstr>PowerPoint Presentation</vt:lpstr>
      <vt:lpstr>OUTLINE</vt:lpstr>
      <vt:lpstr>1. The Dataset</vt:lpstr>
      <vt:lpstr>2. The Architecture</vt:lpstr>
      <vt:lpstr>2. The Architecture</vt:lpstr>
      <vt:lpstr>3. 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Huy Mai</cp:lastModifiedBy>
  <cp:revision>27</cp:revision>
  <dcterms:created xsi:type="dcterms:W3CDTF">2021-05-28T04:32:29Z</dcterms:created>
  <dcterms:modified xsi:type="dcterms:W3CDTF">2025-12-31T07:10:29Z</dcterms:modified>
</cp:coreProperties>
</file>